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9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FB92D-C638-49CF-B0CB-8729D31FA0B5}" v="1" dt="2026-03-31T05:34:33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rahishgaya62875@outlook.com" userId="f7397a4099eb6a25" providerId="LiveId" clId="{A1A36F39-3735-4C3E-9B27-C00A616E1B76}"/>
    <pc:docChg chg="modSld">
      <pc:chgData name="kumarrahishgaya62875@outlook.com" userId="f7397a4099eb6a25" providerId="LiveId" clId="{A1A36F39-3735-4C3E-9B27-C00A616E1B76}" dt="2026-03-31T05:34:33.158" v="4" actId="1076"/>
      <pc:docMkLst>
        <pc:docMk/>
      </pc:docMkLst>
      <pc:sldChg chg="modSp mod">
        <pc:chgData name="kumarrahishgaya62875@outlook.com" userId="f7397a4099eb6a25" providerId="LiveId" clId="{A1A36F39-3735-4C3E-9B27-C00A616E1B76}" dt="2026-03-31T05:33:42.891" v="0" actId="20577"/>
        <pc:sldMkLst>
          <pc:docMk/>
          <pc:sldMk cId="3413816105" sldId="260"/>
        </pc:sldMkLst>
        <pc:spChg chg="mod">
          <ac:chgData name="kumarrahishgaya62875@outlook.com" userId="f7397a4099eb6a25" providerId="LiveId" clId="{A1A36F39-3735-4C3E-9B27-C00A616E1B76}" dt="2026-03-31T05:33:42.891" v="0" actId="20577"/>
          <ac:spMkLst>
            <pc:docMk/>
            <pc:sldMk cId="3413816105" sldId="260"/>
            <ac:spMk id="4" creationId="{ED4D493C-AB4E-4009-9354-B935F5B4BDF0}"/>
          </ac:spMkLst>
        </pc:spChg>
      </pc:sldChg>
      <pc:sldChg chg="modSp mod">
        <pc:chgData name="kumarrahishgaya62875@outlook.com" userId="f7397a4099eb6a25" providerId="LiveId" clId="{A1A36F39-3735-4C3E-9B27-C00A616E1B76}" dt="2026-03-31T05:34:33.158" v="4" actId="1076"/>
        <pc:sldMkLst>
          <pc:docMk/>
          <pc:sldMk cId="211339593" sldId="268"/>
        </pc:sldMkLst>
        <pc:spChg chg="mod">
          <ac:chgData name="kumarrahishgaya62875@outlook.com" userId="f7397a4099eb6a25" providerId="LiveId" clId="{A1A36F39-3735-4C3E-9B27-C00A616E1B76}" dt="2026-03-31T05:34:33.158" v="4" actId="1076"/>
          <ac:spMkLst>
            <pc:docMk/>
            <pc:sldMk cId="211339593" sldId="268"/>
            <ac:spMk id="5" creationId="{9813624E-9277-D395-BBB6-E82FA421C7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69F69-82C8-44BA-9FD8-06898D6CBCE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9888A-B718-4DE5-BE02-19E316814B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72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9888A-B718-4DE5-BE02-19E316814B1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850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9888A-B718-4DE5-BE02-19E316814B1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05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8988-5F7F-4B2E-B191-AB6F0A7586D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90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63595-73CC-4294-B69F-22C6FAB2A41E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53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341C-74BE-4C62-91AB-E29C224AA580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0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63DB-8F5A-4B14-BC1F-F4D00B7C1534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01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D3EE6-9202-46FB-80A6-B73E3FFC8490}" type="datetime1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10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595E-38AF-41DC-8411-BF86082B7855}" type="datetime1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9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E0A84-1F52-4F36-9674-EDEC6A522C1A}" type="datetime1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00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42B50-0352-4774-903A-70C0DAD889BA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161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2D633-849C-470C-B3F5-CEDEA6789DD0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97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BD3-AEF9-497D-A38F-58C7CF0F557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176176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BD3-AEF9-497D-A38F-58C7CF0F557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8614535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BD3-AEF9-497D-A38F-58C7CF0F557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268235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BD3-AEF9-497D-A38F-58C7CF0F557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8597247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ABD3-AEF9-497D-A38F-58C7CF0F557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765015"/>
      </p:ext>
    </p:extLst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6E322-7DBE-450A-B7AD-7863FB43045C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63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28B58-E9DA-4389-9FA1-F84C15958FA4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34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ABD3-AEF9-497D-A38F-58C7CF0F5575}" type="datetime1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9169909-9574-42D1-8A96-0D3068DC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32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6D6F-C43F-7D32-8405-EDDC5003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AI-Based Student Performance System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Machine Learning &amp; Real-Time Analytics</a:t>
            </a:r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6CD50-11FB-39A6-A46F-3EA9613D5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7545"/>
            <a:ext cx="10515600" cy="3376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RAHISH KUMAR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B.TECH IT &amp; DATA SCIENCE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: VI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URN NO : 2023-B-04032005C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Submission Date: </a:t>
            </a:r>
            <a:fld id="{0E9B8A45-28F5-4FBD-AFD7-102C0297783D}" type="datetime1">
              <a:rPr lang="en-IN" smtClean="0"/>
              <a:t>31-03-2026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959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35666-3386-91C0-05CF-13F62E4DFE34}"/>
              </a:ext>
            </a:extLst>
          </p:cNvPr>
          <p:cNvSpPr txBox="1"/>
          <p:nvPr/>
        </p:nvSpPr>
        <p:spPr>
          <a:xfrm>
            <a:off x="660400" y="401340"/>
            <a:ext cx="9123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723C25-61DD-F499-5307-FB0E7B8147FA}"/>
              </a:ext>
            </a:extLst>
          </p:cNvPr>
          <p:cNvSpPr txBox="1"/>
          <p:nvPr/>
        </p:nvSpPr>
        <p:spPr>
          <a:xfrm>
            <a:off x="619760" y="924560"/>
            <a:ext cx="10149840" cy="690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50"/>
              </a:lnSpc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596072-60C4-9EB7-B864-A0E9E4119158}"/>
              </a:ext>
            </a:extLst>
          </p:cNvPr>
          <p:cNvSpPr txBox="1"/>
          <p:nvPr/>
        </p:nvSpPr>
        <p:spPr>
          <a:xfrm>
            <a:off x="619760" y="1123458"/>
            <a:ext cx="9997440" cy="73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55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Traditional Performance Analysis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5D5A5B-1030-2428-AECF-6E2D29741F98}"/>
              </a:ext>
            </a:extLst>
          </p:cNvPr>
          <p:cNvSpPr txBox="1"/>
          <p:nvPr/>
        </p:nvSpPr>
        <p:spPr>
          <a:xfrm>
            <a:off x="1137920" y="1818640"/>
            <a:ext cx="439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FA6E2-944B-52EE-D575-3B7036379CC7}"/>
              </a:ext>
            </a:extLst>
          </p:cNvPr>
          <p:cNvSpPr txBox="1"/>
          <p:nvPr/>
        </p:nvSpPr>
        <p:spPr>
          <a:xfrm>
            <a:off x="924560" y="2128520"/>
            <a:ext cx="4297680" cy="130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782489-5C0B-8043-5092-B095E8299053}"/>
              </a:ext>
            </a:extLst>
          </p:cNvPr>
          <p:cNvSpPr txBox="1"/>
          <p:nvPr/>
        </p:nvSpPr>
        <p:spPr>
          <a:xfrm>
            <a:off x="751840" y="2265680"/>
            <a:ext cx="10149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analysis is mostly done manually, making it slow and inefficient.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data is scattered across Excel files, databases, and paper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system to manage and monitor student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tracking leads to delayed intervention for weak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predictive tools to identify at-risk students in advance.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becomes slow due to time-consuming processes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30556BF-B1F3-6373-8DE8-F6BFDF5E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258FF-6AAD-477B-B2C9-F6366DAFB4E7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66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7B2C-E8D1-EDB4-D702-F4EE0CE6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Implementation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523A-7062-CC80-2976-FA9FFE07A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6349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&amp;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to build interactive web application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secure login and user management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real-time cloud data storage and updates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predicting student marks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advanced dashboards and analytics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Connects all systems and ensures smooth data flow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8556A-9315-6A3E-9AB8-DE8741D4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FA5FB-EE6F-4BA1-A864-9665F846D96A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35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B487-0ADA-2C4E-7E25-A6711341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560" y="162560"/>
            <a:ext cx="4355465" cy="824865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A098580-87A6-CC7D-87CB-338F71AB046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955" b="9955"/>
          <a:stretch>
            <a:fillRect/>
          </a:stretch>
        </p:blipFill>
        <p:spPr>
          <a:xfrm>
            <a:off x="5242559" y="1320800"/>
            <a:ext cx="4355465" cy="45481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60973-1227-84B2-2777-6D793BB18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6560" y="1320800"/>
            <a:ext cx="4355465" cy="45481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centralize student performance data from multiple 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and process student data efficiently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machine learning for predicting student marks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interactive dashboard for visualization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data-driven decision-making for institutions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scalable and user-friendly system </a:t>
            </a:r>
          </a:p>
          <a:p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6B84FD-4311-C9CA-D8F8-308847B06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33AB1-299F-4A08-A4C2-3CBA7F69D507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94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663F-A3DF-50C1-2528-6FE651CBA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5413" cy="1005840"/>
          </a:xfrm>
        </p:spPr>
        <p:txBody>
          <a:bodyPr/>
          <a:lstStyle/>
          <a:p>
            <a:r>
              <a:rPr lang="en-IN" b="1" dirty="0"/>
              <a:t>Machine Learning Model Architecture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D493C-AB4E-4009-9354-B935F5B4B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51000"/>
            <a:ext cx="3932237" cy="381158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Linear Regression algorithm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To predict student marks based on study hours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Variable: Study Hours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Variable: Marks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is trained using historical student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 and simple predictions for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= m × Study Hours + c</a:t>
            </a:r>
          </a:p>
          <a:p>
            <a:endParaRPr lang="en-IN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2A0B2B9-56AB-CA14-4055-D02B60A7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F7085-5D42-482F-BFFB-C3D00CB17473}" type="datetime1">
              <a:rPr lang="en-IN" smtClean="0"/>
              <a:t>31-03-2026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32A845-3ED3-545A-F616-D9E8EE17B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070" y="1579880"/>
            <a:ext cx="3860166" cy="346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81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6E7FF-9BEB-B4B5-BA86-32BD013C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00584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Data 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B642C-258A-C9F8-AF13-D03BD3C75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71320"/>
            <a:ext cx="3932237" cy="381158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Login → Select Data Source → Data Processing → ML Model →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into the system securely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selected from Google Sheets or CSV file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processed and cleaned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generates predictions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are displayed on dashboard and Power BI </a:t>
            </a:r>
          </a:p>
          <a:p>
            <a:endParaRPr lang="en-IN" dirty="0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EE62B910-7730-D42A-3798-C147412A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B8A7-1B93-4A22-85F8-DB8D030657BD}" type="datetime1">
              <a:rPr lang="en-IN" smtClean="0"/>
              <a:t>31-03-2026</a:t>
            </a:fld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6A8E0C-EB2E-FC0F-BBC5-5637C8F00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1463040"/>
            <a:ext cx="4839335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3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4253-7BC6-2E82-1F00-50189891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Key Features &amp; Capabilities                  Real-Time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4F5EC-151C-4314-D3E8-D2EC48F549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using live data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prediction system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multiple data sources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using Firebase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UI with dark theme and animations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using Power BI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AFA04-0899-B189-95BE-D488989E82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data fetching from Google Sheets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Auto-refresh functionality for updated data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updates without manual reload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quick decision-making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continuous monitoring of student performance </a:t>
            </a:r>
          </a:p>
          <a:p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C6BD0-2468-7252-867C-8BE423BE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456D3-A145-4255-965F-97DCEE373706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166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0A9F3-F7FF-73A1-B948-D6E85D90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645226" cy="1320800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Analysis                    Data Integration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95F645E-78B7-5725-2E84-0E42764F493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4319" y="1776512"/>
            <a:ext cx="5259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machine learning to predict student marks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study hours and historical data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weak and strong students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early intervention strategies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academic performance tracking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DC17D-F727-91AA-320E-44DC95818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0504" y="1622109"/>
            <a:ext cx="4184034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data sources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Sheets for real-time cloud data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upload for offline data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easy data management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seamless data flow across system </a:t>
            </a:r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87FB8A-184C-D22D-744E-0A7171A26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5F190-4B75-4481-8659-1F93CCAD3E47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10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B0FD-8AFD-1303-6D30-87E33C3B0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                    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UI &amp;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B16AA-D919-9A31-5A3A-4943DA56E7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Firebase-based authentication system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signup functionality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and password-based access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user data and privacy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system access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8ED15-009D-FF1F-4472-07C99C5C2C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Dark theme for professional look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styling for visual appeal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Lottie animations for better interaction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minimal interface design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navigation and user-friendly experience </a:t>
            </a:r>
          </a:p>
          <a:p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163E4C0-4726-5CD9-B325-5ECC0F85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767B-3472-40DC-983C-591596B0B4C9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50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D8CC-4710-C271-A2DB-D287331B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89412" cy="110744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DC20DF-7C3D-9E41-9F1E-AC31A15B7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2005467"/>
            <a:ext cx="4513262" cy="254544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89F7E-1517-30D8-A940-C1565DBB5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087812" cy="31073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data visualization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reports and charts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Easy-to-understand insights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Power BI dashboard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better decision-making </a:t>
            </a:r>
          </a:p>
          <a:p>
            <a:endParaRPr lang="en-IN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6713DC-78C5-C068-E98D-455A1369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4FD1-D74E-4DE0-8986-43C0D26552CA}" type="datetime1">
              <a:rPr lang="en-IN" smtClean="0"/>
              <a:t>31-03-2026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044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D6C9-4AEE-67BE-80C7-B04F7A285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57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                                      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D75437-26E7-0FF5-5084-56B82259C00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36600" y="1511758"/>
            <a:ext cx="5359400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internet connection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basic ML model (Linear Regression)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free-tier limitations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data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 capture complex patterns in data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7DD13CB-B425-D8EA-148A-8125DEFA645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96000" y="1536799"/>
            <a:ext cx="579120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advanced AI &amp; Deep Learning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mobile application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ranking and recommendation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and alert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institutional databases (ERP systems)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D0A7F00-74F7-B023-CCA2-E7976958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9871D-A156-42B5-862F-818985B1F26F}" type="datetime1">
              <a:rPr lang="en-IN" smtClean="0"/>
              <a:t>31-03-2026</a:t>
            </a:fld>
            <a:endParaRPr lang="en-IN"/>
          </a:p>
        </p:txBody>
      </p:sp>
      <p:pic>
        <p:nvPicPr>
          <p:cNvPr id="4102" name="Picture 6" descr="ERP Login Page by Yuting L. on Dribbble">
            <a:extLst>
              <a:ext uri="{FF2B5EF4-FFF2-40B4-BE49-F238E27FC236}">
                <a16:creationId xmlns:a16="http://schemas.microsoft.com/office/drawing/2014/main" id="{CA0503C9-CC0C-7B43-64E7-5DEBBDEF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93235"/>
            <a:ext cx="776732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040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9CCE6-4D13-82C4-5AA5-876181B1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449252" cy="131064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Acknowledgement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13624E-9277-D395-BBB6-E82FA421C75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90086" y="1200972"/>
            <a:ext cx="8565674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real-time student analytics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machine learning for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Power BI for advanced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 scalable and efficient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decision-making using data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BD41C-CD66-FB48-4178-EA75C484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3609-DA77-4946-9BAC-DA1495EB96AB}" type="datetime1">
              <a:rPr lang="en-IN" smtClean="0"/>
              <a:t>31-03-2026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C81E2-A936-615B-79FF-F7C719686C85}"/>
              </a:ext>
            </a:extLst>
          </p:cNvPr>
          <p:cNvSpPr txBox="1"/>
          <p:nvPr/>
        </p:nvSpPr>
        <p:spPr>
          <a:xfrm>
            <a:off x="1330960" y="4236720"/>
            <a:ext cx="66954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Thank you</a:t>
            </a:r>
          </a:p>
          <a:p>
            <a:endParaRPr lang="en-US" dirty="0"/>
          </a:p>
          <a:p>
            <a:r>
              <a:rPr lang="en-US" dirty="0"/>
              <a:t>                 </a:t>
            </a:r>
            <a:r>
              <a:rPr lang="en-US" sz="3600" dirty="0"/>
              <a:t>Thank you for your attention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395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</TotalTime>
  <Words>640</Words>
  <Application>Microsoft Office PowerPoint</Application>
  <PresentationFormat>Widescreen</PresentationFormat>
  <Paragraphs>121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Title: AI-Based Student Performance System   Using Machine Learning &amp; Real-Time Analytics</vt:lpstr>
      <vt:lpstr>PowerPoint Presentation</vt:lpstr>
      <vt:lpstr>Technologies &amp; Implementation Stack</vt:lpstr>
      <vt:lpstr>Project Objectives</vt:lpstr>
      <vt:lpstr>Machine Learning Model Architecture</vt:lpstr>
      <vt:lpstr>System Architecture &amp; Data Flow</vt:lpstr>
      <vt:lpstr>Key Features &amp; Capabilities                  Real-Time Analytics</vt:lpstr>
      <vt:lpstr>Predictive Analysis                    Data Integration</vt:lpstr>
      <vt:lpstr>Secure Authentication                      Modern UI &amp; Dashboard</vt:lpstr>
      <vt:lpstr>Power BI Dashboards</vt:lpstr>
      <vt:lpstr>Limitations                                        Future Scope</vt:lpstr>
      <vt:lpstr>Conclusion &amp; Acknowledgement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kumarrahishgaya62875@outlook.com</dc:creator>
  <cp:lastModifiedBy>kumarrahishgaya62875@outlook.com</cp:lastModifiedBy>
  <cp:revision>1</cp:revision>
  <dcterms:created xsi:type="dcterms:W3CDTF">2026-03-30T19:54:37Z</dcterms:created>
  <dcterms:modified xsi:type="dcterms:W3CDTF">2026-03-31T05:34:34Z</dcterms:modified>
</cp:coreProperties>
</file>